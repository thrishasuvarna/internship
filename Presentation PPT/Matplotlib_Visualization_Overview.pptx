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Matplotlib is a core Python library used to create static, animated, and interactive visualizations.</a:t>
            </a:r>
          </a:p>
          <a:p/>
          <a:p>
            <a:r>
              <a:t>It provides fine-grained control over every element of a plot and is widely used in data analysis, scientific research, and reporting.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line plot connects data points using straight lines.</a:t>
            </a:r>
          </a:p>
          <a:p/>
          <a:p>
            <a:r>
              <a:t>It is commonly used to show trends over time such as monthly temperatures, growth rates, or system performance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scatter plot shows individual data points without connecting lines.</a:t>
            </a:r>
          </a:p>
          <a:p/>
          <a:p>
            <a:r>
              <a:t>It helps in identifying relationships, correlations, patterns, or outliers between two numerical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bar chart represents categorical data using bars.</a:t>
            </a:r>
          </a:p>
          <a:p/>
          <a:p>
            <a:r>
              <a:t>It is useful for comparing quantities across categories such as marks scored by students, sales by region, or survey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Customization improves clarity and presentation quality.</a:t>
            </a:r>
          </a:p>
          <a:p/>
          <a:p>
            <a:r>
              <a:t>Common options include titles, axis labels, legends, grid lines, and adjusting colors or styles to highlight important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Subplots in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Subplots allow multiple plots to be displayed in a single figure.</a:t>
            </a:r>
          </a:p>
          <a:p/>
          <a:p>
            <a:r>
              <a:t>They are useful for comparing different visualizations side by side or showing multiple aspects of the same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