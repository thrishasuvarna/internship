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90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3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80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6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6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1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2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25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2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0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9724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42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6324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999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85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18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59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BC267993-5D8C-F8D5-8379-B362E55EA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4595" y="541695"/>
            <a:ext cx="7006296" cy="2262781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="" xmlns:a16="http://schemas.microsoft.com/office/drawing/2014/main" id="{26AC644F-0614-6AAF-DB38-AC5855737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2416" y="3312279"/>
            <a:ext cx="6600451" cy="3211070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6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TECH ROCKERS</a:t>
            </a:r>
            <a:endParaRPr lang="en-US" sz="24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Achinthya M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Avinash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Chandan Kumar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Raksha D K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Shamanth N P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Thrisha </a:t>
            </a:r>
          </a:p>
        </p:txBody>
      </p:sp>
    </p:spTree>
    <p:extLst>
      <p:ext uri="{BB962C8B-B14F-4D97-AF65-F5344CB8AC3E}">
        <p14:creationId xmlns:p14="http://schemas.microsoft.com/office/powerpoint/2010/main" val="117442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523" y="133704"/>
            <a:ext cx="8229600" cy="997981"/>
          </a:xfrm>
        </p:spPr>
        <p:txBody>
          <a:bodyPr>
            <a:no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 Visualization &amp;</a:t>
            </a: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8094" y="1413036"/>
            <a:ext cx="7668705" cy="49638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is a Python library specifically used for creating plots and charts.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various types of graphs like line plots, scatter plots, bar charts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histograms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more.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= [1, 2, 3, 4]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= [50, 60, 70, 80]</a:t>
            </a:r>
          </a:p>
          <a:p>
            <a:pPr marL="0" indent="0" algn="just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(tests, marks)</a:t>
            </a:r>
          </a:p>
          <a:p>
            <a:pPr marL="0" indent="0" algn="just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EFC3ABB2-A10A-7366-E76F-ACAB0B3F1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837" y="3507991"/>
            <a:ext cx="3509962" cy="29181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246" y="530496"/>
            <a:ext cx="7886700" cy="1077175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911" y="1291472"/>
            <a:ext cx="7280439" cy="4885491"/>
          </a:xfrm>
        </p:spPr>
        <p:txBody>
          <a:bodyPr>
            <a:noAutofit/>
          </a:bodyPr>
          <a:lstStyle/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 plot connects data points using straight lines.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mainly used to show trends across time or ordered values.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Humans easily recognize patterns and slopes visually.</a:t>
            </a:r>
          </a:p>
          <a:p>
            <a:pPr algn="just"/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([1,2,3,4,5],[3,7,5,9,12])</a:t>
            </a:r>
          </a:p>
          <a:p>
            <a:pPr marL="0" indent="0" algn="just">
              <a:buNone/>
            </a:pP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pic>
        <p:nvPicPr>
          <p:cNvPr id="4" name="Picture 3" descr="t1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596" y="3517895"/>
            <a:ext cx="3857543" cy="28814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8001" y="468527"/>
            <a:ext cx="7543800" cy="1268819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for Relationship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0069" y="1102937"/>
            <a:ext cx="7216691" cy="5627802"/>
          </a:xfrm>
        </p:spPr>
        <p:txBody>
          <a:bodyPr>
            <a:noAutofit/>
          </a:bodyPr>
          <a:lstStyle/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scatter plot displays individual data points without lines.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correlations or patterns between two variables.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in machine learning for feature comparison.</a:t>
            </a:r>
          </a:p>
          <a:p>
            <a:pPr algn="just"/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[1, 2, 3, 4, 5]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[5, 4, 3, 2, 1]</a:t>
            </a:r>
          </a:p>
          <a:p>
            <a:pPr marL="0" indent="0" algn="just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plt.scatter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</a:p>
          <a:p>
            <a:pPr marL="0" indent="0" algn="just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t2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378" y="3823373"/>
            <a:ext cx="3839633" cy="2879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752203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for 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058" y="1197204"/>
            <a:ext cx="7299292" cy="5580667"/>
          </a:xfrm>
        </p:spPr>
        <p:txBody>
          <a:bodyPr>
            <a:noAutofit/>
          </a:bodyPr>
          <a:lstStyle/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 are used to compare values across categories.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bar represents a category and its corresponding quantity.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comparisons like sales, students, or departments.</a:t>
            </a:r>
          </a:p>
          <a:p>
            <a:pPr algn="just"/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= ['A', 'B', 'C']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= [30, 45, 25]</a:t>
            </a:r>
          </a:p>
          <a:p>
            <a:pPr marL="0" indent="0" algn="just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plt.bar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(classes, students)</a:t>
            </a:r>
          </a:p>
          <a:p>
            <a:pPr marL="0" indent="0" algn="just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38A6E6AF-2EBE-F045-FF72-C02E4BCEC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23" y="4186681"/>
            <a:ext cx="3509962" cy="24050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1"/>
            <a:ext cx="6589199" cy="736802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Customizing Plots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Subplots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7715" y="1263193"/>
            <a:ext cx="7522590" cy="5354424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Plots can be improved by adding titles, axis labels, legends, and gridlines for better clarity.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Subplots allow multiple charts to be displayed in a single figure for easy comparison.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plt.subplot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(1, 2, 1)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plt.plot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([1,2,3], [2,4,6])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("Line Plot")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plt.subplot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(1, 2, 2)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plt.bar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(['X','Y','Z'], [5,3,7])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plt.title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("Bar Chart")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plt.show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80E6C175-B305-8315-B584-C20A6D17A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564" y="3429000"/>
            <a:ext cx="3731836" cy="2688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2AF5C999-E32E-971F-8622-936BABCA0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091" y="2788555"/>
            <a:ext cx="6589200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005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106</TotalTime>
  <Words>370</Words>
  <Application>Microsoft Office PowerPoint</Application>
  <PresentationFormat>On-screen Show (4:3)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Wisp</vt:lpstr>
      <vt:lpstr>Data Visualization</vt:lpstr>
      <vt:lpstr>Introduction to Data  Visualization &amp; Matplotlib</vt:lpstr>
      <vt:lpstr> Line Plots</vt:lpstr>
      <vt:lpstr>Scatter Plot for Relationship Analysis</vt:lpstr>
      <vt:lpstr>Bar Chart for Categorical Data</vt:lpstr>
      <vt:lpstr>Customizing Plots &amp; Subplots</vt:lpstr>
      <vt:lpstr>Thank You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subject/>
  <dc:creator>Achinthya M</dc:creator>
  <cp:keywords/>
  <dc:description>generated using python-pptx</dc:description>
  <cp:lastModifiedBy>Dell</cp:lastModifiedBy>
  <cp:revision>14</cp:revision>
  <dcterms:created xsi:type="dcterms:W3CDTF">2013-01-27T09:14:16Z</dcterms:created>
  <dcterms:modified xsi:type="dcterms:W3CDTF">2026-02-12T14:14:33Z</dcterms:modified>
  <cp:category/>
</cp:coreProperties>
</file>